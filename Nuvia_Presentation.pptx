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NUVIA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L'Écosystème Culinaire Nouvelle Génération</a:t>
            </a:r>
          </a:p>
          <a:p>
            <a:r>
              <a:t>De l'inspiration à l'assiette.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Le manque d'inspiration au quotidien.</a:t>
            </a:r>
          </a:p>
          <a:p>
            <a:pPr>
              <a:defRPr sz="2800"/>
            </a:pPr>
            <a:r>
              <a:t>La désorganisation (gaspillage, courses mal gérées).</a:t>
            </a:r>
          </a:p>
          <a:p>
            <a:pPr>
              <a:defRPr sz="2800"/>
            </a:pPr>
            <a:r>
              <a:t>La barrière de la langue sur les recettes mondiales.</a:t>
            </a:r>
          </a:p>
          <a:p>
            <a:pPr>
              <a:defRPr sz="2800"/>
            </a:pPr>
            <a:r>
              <a:t>Le manque d'assistance en temps réel pour cuisiner.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Solution : La Plateforme Nuvia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Explore : Une infinité de recettes à découvrir.</a:t>
            </a:r>
          </a:p>
          <a:p>
            <a:pPr>
              <a:defRPr sz="2800"/>
            </a:pPr>
            <a:r>
              <a:t>Planner : Planification hebdomadaire intelligente.</a:t>
            </a:r>
          </a:p>
          <a:p>
            <a:pPr>
              <a:defRPr sz="2800"/>
            </a:pPr>
            <a:r>
              <a:t>Auth &amp; Profile : Un espace sécurisé, connecté via Google OAuth.</a:t>
            </a:r>
          </a:p>
          <a:p>
            <a:pPr>
              <a:defRPr sz="2800"/>
            </a:pPr>
            <a:r>
              <a:t>Dashboard Admin : Panneau de contrôle complet pour gérer les utilisateurs.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Magie de l'IA (L'Assistant Intégré)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Plus qu'un simple site web : Un véritable compagnon.</a:t>
            </a:r>
          </a:p>
          <a:p>
            <a:pPr>
              <a:defRPr sz="2800"/>
            </a:pPr>
            <a:r>
              <a:t>Mode Chat &amp; Vocal immersif (Mains-libres).</a:t>
            </a:r>
          </a:p>
          <a:p>
            <a:pPr>
              <a:defRPr sz="2800"/>
            </a:pPr>
            <a:r>
              <a:t>RAG (Retrieval-Augmented Generation) sur +1 Million de recettes locales.</a:t>
            </a:r>
          </a:p>
          <a:p>
            <a:pPr>
              <a:defRPr sz="2800"/>
            </a:pPr>
            <a:r>
              <a:t>Traduction instantanée à la volée (FR, EN, AR) via l'IA.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L'Envers du Décor (Architecture Technique)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Front-end : React + Vite (Design premium Glassmorphism).</a:t>
            </a:r>
          </a:p>
          <a:p>
            <a:pPr>
              <a:defRPr sz="2800"/>
            </a:pPr>
            <a:r>
              <a:t>Back-end : FastAPI (Python) ultra-rapide.</a:t>
            </a:r>
          </a:p>
          <a:p>
            <a:pPr>
              <a:defRPr sz="2800"/>
            </a:pPr>
            <a:r>
              <a:t>Base de données : SQLite pour la gestion sécurisée des utilisateurs.</a:t>
            </a:r>
          </a:p>
          <a:p>
            <a:pPr>
              <a:defRPr sz="2800"/>
            </a:pPr>
            <a:r>
              <a:t>LLM &amp; Voix : Gemini 1.5 Flash + Web Speech API (Reconnaissance vocale).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1. Fluidité de la connexion Google.</a:t>
            </a:r>
          </a:p>
          <a:p>
            <a:pPr>
              <a:defRPr sz="2800"/>
            </a:pPr>
            <a:r>
              <a:t>2. Découverte de la plateforme (Planner et Explore).</a:t>
            </a:r>
          </a:p>
          <a:p>
            <a:pPr>
              <a:defRPr sz="2800"/>
            </a:pPr>
            <a:r>
              <a:t>3. Posez une question au Chatbot vocal (en français ou arabe).</a:t>
            </a:r>
          </a:p>
          <a:p>
            <a:pPr>
              <a:defRPr sz="2800"/>
            </a:pPr>
            <a:r>
              <a:t>4. Accès au portail Administrateur.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Un écosystème moderne prêt pour la production.</a:t>
            </a:r>
          </a:p>
          <a:p>
            <a:pPr>
              <a:defRPr sz="2800"/>
            </a:pPr>
            <a:r>
              <a:t>Évolution prévue vers une App Mobile native.</a:t>
            </a:r>
          </a:p>
          <a:p>
            <a:pPr>
              <a:defRPr sz="2800"/>
            </a:pPr>
            <a:r>
              <a:t>Génération automatique de listes de courses avec des partenaires locaux.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